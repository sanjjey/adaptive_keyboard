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65" r:id="rId2"/>
  </p:sldMasterIdLst>
  <p:notesMasterIdLst>
    <p:notesMasterId r:id="rId17"/>
  </p:notesMasterIdLst>
  <p:sldIdLst>
    <p:sldId id="296" r:id="rId3"/>
    <p:sldId id="365" r:id="rId4"/>
    <p:sldId id="366" r:id="rId5"/>
    <p:sldId id="369" r:id="rId6"/>
    <p:sldId id="370" r:id="rId7"/>
    <p:sldId id="367" r:id="rId8"/>
    <p:sldId id="371" r:id="rId9"/>
    <p:sldId id="344" r:id="rId10"/>
    <p:sldId id="346" r:id="rId11"/>
    <p:sldId id="372" r:id="rId12"/>
    <p:sldId id="353" r:id="rId13"/>
    <p:sldId id="374" r:id="rId14"/>
    <p:sldId id="373" r:id="rId15"/>
    <p:sldId id="319" r:id="rId16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1347"/>
    <a:srgbClr val="B90F50"/>
    <a:srgbClr val="991346"/>
    <a:srgbClr val="A4123F"/>
    <a:srgbClr val="802121"/>
    <a:srgbClr val="DC3939"/>
    <a:srgbClr val="F0466E"/>
    <a:srgbClr val="056C50"/>
    <a:srgbClr val="0000FF"/>
    <a:srgbClr val="4C4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55" dt="2026-09-01T11:20:29.418"/>
    <p1510:client id="{4ED577AD-AE94-58E1-D032-53CD7A4541BC}" v="35" dt="2026-09-01T12:22:59.127"/>
    <p1510:client id="{562986E8-5959-507D-C1C9-71DA5942740E}" v="50" dt="2026-09-01T11:28:17.528"/>
    <p1510:client id="{80344F0B-9A36-7149-C54B-190D7F5A9581}" v="170" dt="2026-09-01T15:29:09.836"/>
    <p1510:client id="{CB5CD93E-8D55-3CEE-2AD0-76C8D4E39990}" v="18" dt="2026-09-01T17:04:36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8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1" y="4620578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8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lang="en-US"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Blank">
  <p:cSld name="20_Blank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73" name="Google Shape;473;p6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4" name="Google Shape;474;p6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75" name="Google Shape;475;p6"/>
          <p:cNvGrpSpPr/>
          <p:nvPr/>
        </p:nvGrpSpPr>
        <p:grpSpPr>
          <a:xfrm>
            <a:off x="655527" y="416137"/>
            <a:ext cx="1121758" cy="1086289"/>
            <a:chOff x="4819650" y="1862134"/>
            <a:chExt cx="2558414" cy="3135659"/>
          </a:xfrm>
        </p:grpSpPr>
        <p:sp>
          <p:nvSpPr>
            <p:cNvPr id="476" name="Google Shape;476;p6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1" name="Google Shape;521;p6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538" name="Google Shape;538;p6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539" name="Google Shape;539;p6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545" name="Google Shape;545;p6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548" name="Google Shape;548;p6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549" name="Google Shape;549;p6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559" name="Google Shape;559;p6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60" name="Google Shape;560;p6"/>
          <p:cNvGrpSpPr/>
          <p:nvPr/>
        </p:nvGrpSpPr>
        <p:grpSpPr>
          <a:xfrm>
            <a:off x="-8010120" y="6251576"/>
            <a:ext cx="22234031" cy="490550"/>
            <a:chOff x="-9757307" y="6258187"/>
            <a:chExt cx="21948698" cy="484255"/>
          </a:xfrm>
        </p:grpSpPr>
        <p:sp>
          <p:nvSpPr>
            <p:cNvPr id="561" name="Google Shape;561;p6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2" name="Google Shape;562;p6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63" name="Google Shape;563;p6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564" name="Google Shape;564;p6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71" name="Google Shape;571;p6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572" name="Google Shape;572;p6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82" name="Google Shape;582;p6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583" name="Google Shape;583;p6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87" name="Google Shape;587;p6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588" name="Google Shape;588;p6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08" name="Google Shape;608;p6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9" name="Google Shape;609;p6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0" name="Google Shape;610;p6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1" name="Google Shape;611;p6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2" name="Google Shape;612;p6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3" name="Google Shape;613;p6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4" name="Google Shape;614;p6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615" name="Google Shape;615;p6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616" name="Google Shape;616;p6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21" name="Google Shape;621;p6"/>
          <p:cNvSpPr>
            <a:spLocks noGrp="1"/>
          </p:cNvSpPr>
          <p:nvPr>
            <p:ph type="pic" idx="3"/>
          </p:nvPr>
        </p:nvSpPr>
        <p:spPr>
          <a:xfrm>
            <a:off x="945416" y="1511142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2" name="Google Shape;622;p6"/>
          <p:cNvSpPr txBox="1">
            <a:spLocks noGrp="1"/>
          </p:cNvSpPr>
          <p:nvPr>
            <p:ph type="body" idx="4"/>
          </p:nvPr>
        </p:nvSpPr>
        <p:spPr>
          <a:xfrm>
            <a:off x="2422630" y="1625442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3" name="Google Shape;623;p6"/>
          <p:cNvSpPr txBox="1">
            <a:spLocks noGrp="1"/>
          </p:cNvSpPr>
          <p:nvPr>
            <p:ph type="body" idx="5"/>
          </p:nvPr>
        </p:nvSpPr>
        <p:spPr>
          <a:xfrm>
            <a:off x="2422630" y="2006442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4" name="Google Shape;624;p6"/>
          <p:cNvSpPr>
            <a:spLocks noGrp="1"/>
          </p:cNvSpPr>
          <p:nvPr>
            <p:ph type="pic" idx="6"/>
          </p:nvPr>
        </p:nvSpPr>
        <p:spPr>
          <a:xfrm>
            <a:off x="933795" y="3027841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5" name="Google Shape;625;p6"/>
          <p:cNvSpPr txBox="1">
            <a:spLocks noGrp="1"/>
          </p:cNvSpPr>
          <p:nvPr>
            <p:ph type="body" idx="7"/>
          </p:nvPr>
        </p:nvSpPr>
        <p:spPr>
          <a:xfrm>
            <a:off x="2411009" y="3142141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6" name="Google Shape;626;p6"/>
          <p:cNvSpPr txBox="1">
            <a:spLocks noGrp="1"/>
          </p:cNvSpPr>
          <p:nvPr>
            <p:ph type="body" idx="8"/>
          </p:nvPr>
        </p:nvSpPr>
        <p:spPr>
          <a:xfrm>
            <a:off x="2411009" y="3523141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7" name="Google Shape;627;p6"/>
          <p:cNvSpPr>
            <a:spLocks noGrp="1"/>
          </p:cNvSpPr>
          <p:nvPr>
            <p:ph type="pic" idx="9"/>
          </p:nvPr>
        </p:nvSpPr>
        <p:spPr>
          <a:xfrm>
            <a:off x="933795" y="4571947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8" name="Google Shape;628;p6"/>
          <p:cNvSpPr txBox="1">
            <a:spLocks noGrp="1"/>
          </p:cNvSpPr>
          <p:nvPr>
            <p:ph type="body" idx="13"/>
          </p:nvPr>
        </p:nvSpPr>
        <p:spPr>
          <a:xfrm>
            <a:off x="2411009" y="4686247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9" name="Google Shape;629;p6"/>
          <p:cNvSpPr txBox="1">
            <a:spLocks noGrp="1"/>
          </p:cNvSpPr>
          <p:nvPr>
            <p:ph type="body" idx="14"/>
          </p:nvPr>
        </p:nvSpPr>
        <p:spPr>
          <a:xfrm>
            <a:off x="2411009" y="5067247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0" name="Google Shape;630;p6"/>
          <p:cNvSpPr>
            <a:spLocks noGrp="1"/>
          </p:cNvSpPr>
          <p:nvPr>
            <p:ph type="pic" idx="15"/>
          </p:nvPr>
        </p:nvSpPr>
        <p:spPr>
          <a:xfrm>
            <a:off x="6055143" y="1520779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1" name="Google Shape;631;p6"/>
          <p:cNvSpPr txBox="1">
            <a:spLocks noGrp="1"/>
          </p:cNvSpPr>
          <p:nvPr>
            <p:ph type="body" idx="16"/>
          </p:nvPr>
        </p:nvSpPr>
        <p:spPr>
          <a:xfrm>
            <a:off x="7532357" y="1635079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2" name="Google Shape;632;p6"/>
          <p:cNvSpPr txBox="1">
            <a:spLocks noGrp="1"/>
          </p:cNvSpPr>
          <p:nvPr>
            <p:ph type="body" idx="17"/>
          </p:nvPr>
        </p:nvSpPr>
        <p:spPr>
          <a:xfrm>
            <a:off x="7532357" y="2016079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3" name="Google Shape;633;p6"/>
          <p:cNvSpPr>
            <a:spLocks noGrp="1"/>
          </p:cNvSpPr>
          <p:nvPr>
            <p:ph type="pic" idx="18"/>
          </p:nvPr>
        </p:nvSpPr>
        <p:spPr>
          <a:xfrm>
            <a:off x="6043522" y="3037478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4" name="Google Shape;634;p6"/>
          <p:cNvSpPr txBox="1">
            <a:spLocks noGrp="1"/>
          </p:cNvSpPr>
          <p:nvPr>
            <p:ph type="body" idx="19"/>
          </p:nvPr>
        </p:nvSpPr>
        <p:spPr>
          <a:xfrm>
            <a:off x="7520736" y="3151778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5" name="Google Shape;635;p6"/>
          <p:cNvSpPr txBox="1">
            <a:spLocks noGrp="1"/>
          </p:cNvSpPr>
          <p:nvPr>
            <p:ph type="body" idx="20"/>
          </p:nvPr>
        </p:nvSpPr>
        <p:spPr>
          <a:xfrm>
            <a:off x="7520736" y="3532778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6" name="Google Shape;636;p6"/>
          <p:cNvSpPr>
            <a:spLocks noGrp="1"/>
          </p:cNvSpPr>
          <p:nvPr>
            <p:ph type="pic" idx="21"/>
          </p:nvPr>
        </p:nvSpPr>
        <p:spPr>
          <a:xfrm>
            <a:off x="6043522" y="4581584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7" name="Google Shape;637;p6"/>
          <p:cNvSpPr txBox="1">
            <a:spLocks noGrp="1"/>
          </p:cNvSpPr>
          <p:nvPr>
            <p:ph type="body" idx="22"/>
          </p:nvPr>
        </p:nvSpPr>
        <p:spPr>
          <a:xfrm>
            <a:off x="7520736" y="4695884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8" name="Google Shape;638;p6"/>
          <p:cNvSpPr txBox="1">
            <a:spLocks noGrp="1"/>
          </p:cNvSpPr>
          <p:nvPr>
            <p:ph type="body" idx="23"/>
          </p:nvPr>
        </p:nvSpPr>
        <p:spPr>
          <a:xfrm>
            <a:off x="7520736" y="5076884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9" name="Google Shape;639;p6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Blank">
  <p:cSld name="14_Blank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42" name="Google Shape;642;p7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3" name="Google Shape;643;p7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44" name="Google Shape;644;p7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645" name="Google Shape;645;p7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707" name="Google Shape;707;p7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708" name="Google Shape;708;p7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09" name="Google Shape;709;p7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10" name="Google Shape;710;p7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11" name="Google Shape;711;p7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12" name="Google Shape;712;p7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13" name="Google Shape;713;p7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714" name="Google Shape;714;p7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717" name="Google Shape;717;p7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718" name="Google Shape;718;p7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19" name="Google Shape;719;p7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0" name="Google Shape;720;p7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1" name="Google Shape;721;p7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2" name="Google Shape;722;p7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3" name="Google Shape;723;p7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4" name="Google Shape;724;p7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5" name="Google Shape;725;p7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6" name="Google Shape;726;p7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7" name="Google Shape;727;p7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728" name="Google Shape;728;p7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29" name="Google Shape;729;p7"/>
          <p:cNvGrpSpPr/>
          <p:nvPr/>
        </p:nvGrpSpPr>
        <p:grpSpPr>
          <a:xfrm>
            <a:off x="-6152069" y="6251576"/>
            <a:ext cx="22234031" cy="490550"/>
            <a:chOff x="-9757307" y="6258187"/>
            <a:chExt cx="21948698" cy="484255"/>
          </a:xfrm>
        </p:grpSpPr>
        <p:sp>
          <p:nvSpPr>
            <p:cNvPr id="730" name="Google Shape;730;p7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732" name="Google Shape;732;p7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733" name="Google Shape;733;p7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740" name="Google Shape;740;p7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741" name="Google Shape;741;p7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751" name="Google Shape;751;p7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752" name="Google Shape;752;p7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756" name="Google Shape;756;p7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757" name="Google Shape;757;p7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777" name="Google Shape;777;p7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8" name="Google Shape;778;p7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9" name="Google Shape;779;p7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0" name="Google Shape;780;p7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1" name="Google Shape;781;p7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2" name="Google Shape;782;p7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3" name="Google Shape;783;p7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84" name="Google Shape;784;p7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785" name="Google Shape;785;p7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790" name="Google Shape;790;p7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Blank">
  <p:cSld name="19_Blank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93" name="Google Shape;793;p8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4" name="Google Shape;794;p8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795" name="Google Shape;795;p8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796" name="Google Shape;796;p8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7" name="Google Shape;797;p8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8" name="Google Shape;798;p8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9" name="Google Shape;799;p8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0" name="Google Shape;800;p8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1" name="Google Shape;801;p8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2" name="Google Shape;802;p8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3" name="Google Shape;803;p8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4" name="Google Shape;804;p8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5" name="Google Shape;805;p8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6" name="Google Shape;806;p8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7" name="Google Shape;807;p8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8" name="Google Shape;808;p8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9" name="Google Shape;809;p8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0" name="Google Shape;810;p8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1" name="Google Shape;811;p8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2" name="Google Shape;812;p8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3" name="Google Shape;813;p8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4" name="Google Shape;814;p8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5" name="Google Shape;815;p8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6" name="Google Shape;816;p8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7" name="Google Shape;817;p8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8" name="Google Shape;818;p8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9" name="Google Shape;819;p8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0" name="Google Shape;820;p8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1" name="Google Shape;821;p8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3" name="Google Shape;823;p8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4" name="Google Shape;824;p8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5" name="Google Shape;825;p8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6" name="Google Shape;826;p8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7" name="Google Shape;827;p8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8" name="Google Shape;828;p8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1" name="Google Shape;831;p8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2" name="Google Shape;832;p8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5" name="Google Shape;835;p8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6" name="Google Shape;836;p8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7" name="Google Shape;837;p8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8" name="Google Shape;838;p8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9" name="Google Shape;839;p8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0" name="Google Shape;840;p8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2" name="Google Shape;842;p8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3" name="Google Shape;843;p8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4" name="Google Shape;844;p8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5" name="Google Shape;845;p8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6" name="Google Shape;846;p8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7" name="Google Shape;847;p8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8" name="Google Shape;848;p8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9" name="Google Shape;849;p8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0" name="Google Shape;850;p8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1" name="Google Shape;851;p8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2" name="Google Shape;852;p8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3" name="Google Shape;853;p8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4" name="Google Shape;854;p8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5" name="Google Shape;855;p8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6" name="Google Shape;856;p8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7" name="Google Shape;857;p8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858" name="Google Shape;858;p8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859" name="Google Shape;859;p8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865" name="Google Shape;865;p8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66" name="Google Shape;866;p8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67" name="Google Shape;867;p8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868" name="Google Shape;868;p8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869" name="Google Shape;869;p8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879" name="Google Shape;879;p8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80" name="Google Shape;880;p8"/>
          <p:cNvGrpSpPr/>
          <p:nvPr/>
        </p:nvGrpSpPr>
        <p:grpSpPr>
          <a:xfrm>
            <a:off x="-6152069" y="6251576"/>
            <a:ext cx="22234031" cy="490550"/>
            <a:chOff x="-9757307" y="6258187"/>
            <a:chExt cx="21948698" cy="484255"/>
          </a:xfrm>
        </p:grpSpPr>
        <p:sp>
          <p:nvSpPr>
            <p:cNvPr id="881" name="Google Shape;881;p8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2" name="Google Shape;882;p8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83" name="Google Shape;883;p8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884" name="Google Shape;884;p8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5" name="Google Shape;885;p8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6" name="Google Shape;886;p8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7" name="Google Shape;887;p8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8" name="Google Shape;888;p8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9" name="Google Shape;889;p8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0" name="Google Shape;890;p8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91" name="Google Shape;891;p8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892" name="Google Shape;892;p8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3" name="Google Shape;893;p8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4" name="Google Shape;894;p8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5" name="Google Shape;895;p8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6" name="Google Shape;896;p8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7" name="Google Shape;897;p8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8" name="Google Shape;898;p8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9" name="Google Shape;899;p8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0" name="Google Shape;900;p8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1" name="Google Shape;901;p8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02" name="Google Shape;902;p8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903" name="Google Shape;903;p8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4" name="Google Shape;904;p8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5" name="Google Shape;905;p8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6" name="Google Shape;906;p8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07" name="Google Shape;907;p8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908" name="Google Shape;908;p8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9" name="Google Shape;909;p8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0" name="Google Shape;910;p8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1" name="Google Shape;911;p8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2" name="Google Shape;912;p8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3" name="Google Shape;913;p8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4" name="Google Shape;914;p8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5" name="Google Shape;915;p8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6" name="Google Shape;916;p8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7" name="Google Shape;917;p8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8" name="Google Shape;918;p8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9" name="Google Shape;919;p8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0" name="Google Shape;920;p8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1" name="Google Shape;921;p8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2" name="Google Shape;922;p8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3" name="Google Shape;923;p8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4" name="Google Shape;924;p8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5" name="Google Shape;925;p8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6" name="Google Shape;926;p8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7" name="Google Shape;927;p8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28" name="Google Shape;928;p8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29" name="Google Shape;929;p8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0" name="Google Shape;930;p8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1" name="Google Shape;931;p8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2" name="Google Shape;932;p8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3" name="Google Shape;933;p8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4" name="Google Shape;934;p8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935" name="Google Shape;935;p8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936" name="Google Shape;936;p8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41" name="Google Shape;941;p8"/>
          <p:cNvSpPr>
            <a:spLocks noGrp="1"/>
          </p:cNvSpPr>
          <p:nvPr>
            <p:ph type="pic" idx="3"/>
          </p:nvPr>
        </p:nvSpPr>
        <p:spPr>
          <a:xfrm>
            <a:off x="655638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2" name="Google Shape;942;p8"/>
          <p:cNvSpPr>
            <a:spLocks noGrp="1"/>
          </p:cNvSpPr>
          <p:nvPr>
            <p:ph type="pic" idx="4"/>
          </p:nvPr>
        </p:nvSpPr>
        <p:spPr>
          <a:xfrm>
            <a:off x="2946406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3" name="Google Shape;943;p8"/>
          <p:cNvSpPr>
            <a:spLocks noGrp="1"/>
          </p:cNvSpPr>
          <p:nvPr>
            <p:ph type="pic" idx="5"/>
          </p:nvPr>
        </p:nvSpPr>
        <p:spPr>
          <a:xfrm>
            <a:off x="5237174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4" name="Google Shape;944;p8"/>
          <p:cNvSpPr>
            <a:spLocks noGrp="1"/>
          </p:cNvSpPr>
          <p:nvPr>
            <p:ph type="pic" idx="6"/>
          </p:nvPr>
        </p:nvSpPr>
        <p:spPr>
          <a:xfrm>
            <a:off x="7527942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5" name="Google Shape;945;p8"/>
          <p:cNvSpPr>
            <a:spLocks noGrp="1"/>
          </p:cNvSpPr>
          <p:nvPr>
            <p:ph type="pic" idx="7"/>
          </p:nvPr>
        </p:nvSpPr>
        <p:spPr>
          <a:xfrm>
            <a:off x="9818710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6" name="Google Shape;946;p8"/>
          <p:cNvSpPr>
            <a:spLocks noGrp="1"/>
          </p:cNvSpPr>
          <p:nvPr>
            <p:ph type="pic" idx="8"/>
          </p:nvPr>
        </p:nvSpPr>
        <p:spPr>
          <a:xfrm>
            <a:off x="655638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7" name="Google Shape;947;p8"/>
          <p:cNvSpPr>
            <a:spLocks noGrp="1"/>
          </p:cNvSpPr>
          <p:nvPr>
            <p:ph type="pic" idx="9"/>
          </p:nvPr>
        </p:nvSpPr>
        <p:spPr>
          <a:xfrm>
            <a:off x="2946406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8" name="Google Shape;948;p8"/>
          <p:cNvSpPr>
            <a:spLocks noGrp="1"/>
          </p:cNvSpPr>
          <p:nvPr>
            <p:ph type="pic" idx="13"/>
          </p:nvPr>
        </p:nvSpPr>
        <p:spPr>
          <a:xfrm>
            <a:off x="5237174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9" name="Google Shape;949;p8"/>
          <p:cNvSpPr>
            <a:spLocks noGrp="1"/>
          </p:cNvSpPr>
          <p:nvPr>
            <p:ph type="pic" idx="14"/>
          </p:nvPr>
        </p:nvSpPr>
        <p:spPr>
          <a:xfrm>
            <a:off x="7527942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50" name="Google Shape;950;p8"/>
          <p:cNvSpPr>
            <a:spLocks noGrp="1"/>
          </p:cNvSpPr>
          <p:nvPr>
            <p:ph type="pic" idx="15"/>
          </p:nvPr>
        </p:nvSpPr>
        <p:spPr>
          <a:xfrm>
            <a:off x="9818710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51" name="Google Shape;951;p8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Blank">
  <p:cSld name="15_Blank"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9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54" name="Google Shape;954;p9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5" name="Google Shape;955;p9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956" name="Google Shape;956;p9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957" name="Google Shape;957;p9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4" name="Google Shape;974;p9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5" name="Google Shape;975;p9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6" name="Google Shape;976;p9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7" name="Google Shape;977;p9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8" name="Google Shape;978;p9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9" name="Google Shape;979;p9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0" name="Google Shape;980;p9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1" name="Google Shape;981;p9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2" name="Google Shape;982;p9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3" name="Google Shape;983;p9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4" name="Google Shape;984;p9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5" name="Google Shape;985;p9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6" name="Google Shape;986;p9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7" name="Google Shape;987;p9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8" name="Google Shape;988;p9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9" name="Google Shape;989;p9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0" name="Google Shape;990;p9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1" name="Google Shape;991;p9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2" name="Google Shape;992;p9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4" name="Google Shape;994;p9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5" name="Google Shape;995;p9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6" name="Google Shape;996;p9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7" name="Google Shape;997;p9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8" name="Google Shape;998;p9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9" name="Google Shape;999;p9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0" name="Google Shape;1000;p9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1" name="Google Shape;1001;p9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3" name="Google Shape;1003;p9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4" name="Google Shape;1004;p9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5" name="Google Shape;1005;p9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6" name="Google Shape;1006;p9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7" name="Google Shape;1007;p9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8" name="Google Shape;1008;p9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9" name="Google Shape;1009;p9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0" name="Google Shape;1010;p9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1" name="Google Shape;1011;p9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2" name="Google Shape;1012;p9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3" name="Google Shape;1013;p9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4" name="Google Shape;1014;p9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5" name="Google Shape;1015;p9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6" name="Google Shape;1016;p9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7" name="Google Shape;1017;p9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019" name="Google Shape;1019;p9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020" name="Google Shape;1020;p9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1" name="Google Shape;1021;p9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2" name="Google Shape;1022;p9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3" name="Google Shape;1023;p9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4" name="Google Shape;1024;p9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5" name="Google Shape;1025;p9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026" name="Google Shape;1026;p9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7" name="Google Shape;1027;p9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8" name="Google Shape;1028;p9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029" name="Google Shape;1029;p9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030" name="Google Shape;1030;p9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1" name="Google Shape;1031;p9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2" name="Google Shape;1032;p9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3" name="Google Shape;1033;p9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4" name="Google Shape;1034;p9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5" name="Google Shape;1035;p9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6" name="Google Shape;1036;p9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7" name="Google Shape;1037;p9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8" name="Google Shape;1038;p9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9" name="Google Shape;1039;p9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1040" name="Google Shape;1040;p9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041" name="Google Shape;1041;p9"/>
          <p:cNvGrpSpPr/>
          <p:nvPr/>
        </p:nvGrpSpPr>
        <p:grpSpPr>
          <a:xfrm>
            <a:off x="-4232698" y="6251576"/>
            <a:ext cx="22234031" cy="490550"/>
            <a:chOff x="-9757307" y="6258187"/>
            <a:chExt cx="21948698" cy="484255"/>
          </a:xfrm>
        </p:grpSpPr>
        <p:sp>
          <p:nvSpPr>
            <p:cNvPr id="1042" name="Google Shape;1042;p9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44" name="Google Shape;1044;p9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045" name="Google Shape;1045;p9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7" name="Google Shape;1047;p9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8" name="Google Shape;1048;p9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1" name="Google Shape;1051;p9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52" name="Google Shape;1052;p9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053" name="Google Shape;1053;p9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4" name="Google Shape;1054;p9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5" name="Google Shape;1055;p9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6" name="Google Shape;1056;p9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7" name="Google Shape;1057;p9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9" name="Google Shape;1059;p9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0" name="Google Shape;1060;p9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1" name="Google Shape;1061;p9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2" name="Google Shape;1062;p9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63" name="Google Shape;1063;p9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064" name="Google Shape;1064;p9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5" name="Google Shape;1065;p9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6" name="Google Shape;1066;p9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7" name="Google Shape;1067;p9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68" name="Google Shape;1068;p9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069" name="Google Shape;1069;p9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0" name="Google Shape;1070;p9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5" name="Google Shape;1075;p9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89" name="Google Shape;1089;p9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0" name="Google Shape;1090;p9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1" name="Google Shape;1091;p9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2" name="Google Shape;1092;p9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3" name="Google Shape;1093;p9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4" name="Google Shape;1094;p9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5" name="Google Shape;1095;p9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096" name="Google Shape;1096;p9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097" name="Google Shape;1097;p9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02" name="Google Shape;1102;p9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">
  <p:cSld name="16_Blank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0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05" name="Google Shape;1105;p10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6" name="Google Shape;1106;p10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107" name="Google Shape;1107;p10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108" name="Google Shape;1108;p10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9" name="Google Shape;1109;p10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0" name="Google Shape;1110;p10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1" name="Google Shape;1111;p10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2" name="Google Shape;1112;p10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3" name="Google Shape;1113;p10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4" name="Google Shape;1114;p10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5" name="Google Shape;1115;p10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6" name="Google Shape;1116;p10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7" name="Google Shape;1117;p10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8" name="Google Shape;1118;p10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9" name="Google Shape;1119;p10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0" name="Google Shape;1120;p10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1" name="Google Shape;1121;p10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2" name="Google Shape;1122;p10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3" name="Google Shape;1123;p10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4" name="Google Shape;1124;p10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5" name="Google Shape;1125;p10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6" name="Google Shape;1126;p10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7" name="Google Shape;1127;p10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8" name="Google Shape;1128;p10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9" name="Google Shape;1129;p10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0" name="Google Shape;1130;p10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1" name="Google Shape;1131;p10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2" name="Google Shape;1132;p10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3" name="Google Shape;1133;p10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4" name="Google Shape;1134;p10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5" name="Google Shape;1135;p10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6" name="Google Shape;1136;p10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7" name="Google Shape;1137;p10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8" name="Google Shape;1138;p10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9" name="Google Shape;1139;p10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0" name="Google Shape;1140;p10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1" name="Google Shape;1141;p10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2" name="Google Shape;1142;p10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3" name="Google Shape;1143;p10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4" name="Google Shape;1144;p10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5" name="Google Shape;1145;p10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6" name="Google Shape;1146;p10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7" name="Google Shape;1147;p10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8" name="Google Shape;1148;p10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9" name="Google Shape;1149;p10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0" name="Google Shape;1150;p10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1" name="Google Shape;1151;p10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2" name="Google Shape;1152;p10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3" name="Google Shape;1153;p10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4" name="Google Shape;1154;p10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5" name="Google Shape;1155;p10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6" name="Google Shape;1156;p10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7" name="Google Shape;1157;p10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8" name="Google Shape;1158;p10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9" name="Google Shape;1159;p10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0" name="Google Shape;1160;p10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1" name="Google Shape;1161;p10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2" name="Google Shape;1162;p10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3" name="Google Shape;1163;p10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4" name="Google Shape;1164;p10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5" name="Google Shape;1165;p10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6" name="Google Shape;1166;p10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7" name="Google Shape;1167;p10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8" name="Google Shape;1168;p10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9" name="Google Shape;1169;p10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70" name="Google Shape;1170;p10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171" name="Google Shape;1171;p10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2" name="Google Shape;1172;p10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3" name="Google Shape;1173;p10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4" name="Google Shape;1174;p10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5" name="Google Shape;1175;p10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6" name="Google Shape;1176;p10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177" name="Google Shape;1177;p10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8" name="Google Shape;1178;p10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9" name="Google Shape;1179;p10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80" name="Google Shape;1180;p10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181" name="Google Shape;1181;p10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2" name="Google Shape;1182;p10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3" name="Google Shape;1183;p10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4" name="Google Shape;1184;p10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5" name="Google Shape;1185;p10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6" name="Google Shape;1186;p10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7" name="Google Shape;1187;p10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8" name="Google Shape;1188;p10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9" name="Google Shape;1189;p10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0" name="Google Shape;1190;p10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1191" name="Google Shape;1191;p10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192" name="Google Shape;1192;p10"/>
          <p:cNvGrpSpPr/>
          <p:nvPr/>
        </p:nvGrpSpPr>
        <p:grpSpPr>
          <a:xfrm>
            <a:off x="-2313494" y="6251576"/>
            <a:ext cx="22234031" cy="490550"/>
            <a:chOff x="-9757307" y="6258187"/>
            <a:chExt cx="21948698" cy="484255"/>
          </a:xfrm>
        </p:grpSpPr>
        <p:sp>
          <p:nvSpPr>
            <p:cNvPr id="1193" name="Google Shape;1193;p10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4" name="Google Shape;1194;p10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195" name="Google Shape;1195;p10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196" name="Google Shape;1196;p10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7" name="Google Shape;1197;p10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8" name="Google Shape;1198;p10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9" name="Google Shape;1199;p10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0" name="Google Shape;1200;p10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1" name="Google Shape;1201;p10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2" name="Google Shape;1202;p10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03" name="Google Shape;1203;p10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204" name="Google Shape;1204;p10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5" name="Google Shape;1205;p10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6" name="Google Shape;1206;p10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7" name="Google Shape;1207;p10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8" name="Google Shape;1208;p10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9" name="Google Shape;1209;p10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0" name="Google Shape;1210;p10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1" name="Google Shape;1211;p10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2" name="Google Shape;1212;p10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3" name="Google Shape;1213;p10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14" name="Google Shape;1214;p10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215" name="Google Shape;1215;p10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6" name="Google Shape;1216;p10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7" name="Google Shape;1217;p10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8" name="Google Shape;1218;p10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19" name="Google Shape;1219;p10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220" name="Google Shape;1220;p10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1" name="Google Shape;1221;p10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2" name="Google Shape;1222;p10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3" name="Google Shape;1223;p10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4" name="Google Shape;1224;p10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5" name="Google Shape;1225;p10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6" name="Google Shape;1226;p10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7" name="Google Shape;1227;p10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8" name="Google Shape;1228;p10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9" name="Google Shape;1229;p10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0" name="Google Shape;1230;p10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1" name="Google Shape;1231;p10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2" name="Google Shape;1232;p10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3" name="Google Shape;1233;p10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4" name="Google Shape;1234;p10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5" name="Google Shape;1235;p10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6" name="Google Shape;1236;p10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7" name="Google Shape;1237;p10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8" name="Google Shape;1238;p10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9" name="Google Shape;1239;p10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40" name="Google Shape;1240;p10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1" name="Google Shape;1241;p10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2" name="Google Shape;1242;p10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3" name="Google Shape;1243;p10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4" name="Google Shape;1244;p10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5" name="Google Shape;1245;p10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6" name="Google Shape;1246;p10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247" name="Google Shape;1247;p10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248" name="Google Shape;1248;p10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9" name="Google Shape;1249;p10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0" name="Google Shape;1250;p10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1" name="Google Shape;1251;p10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2" name="Google Shape;1252;p10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53" name="Google Shape;1253;p10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Blank">
  <p:cSld name="17_Blank"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1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56" name="Google Shape;1256;p11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7" name="Google Shape;1257;p11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258" name="Google Shape;1258;p11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259" name="Google Shape;1259;p11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0" name="Google Shape;1260;p11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1" name="Google Shape;1261;p11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2" name="Google Shape;1262;p11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3" name="Google Shape;1263;p11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4" name="Google Shape;1264;p11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5" name="Google Shape;1265;p11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6" name="Google Shape;1266;p11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7" name="Google Shape;1267;p11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8" name="Google Shape;1268;p11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9" name="Google Shape;1269;p11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0" name="Google Shape;1270;p11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1" name="Google Shape;1271;p11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2" name="Google Shape;1272;p11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3" name="Google Shape;1273;p11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4" name="Google Shape;1274;p11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5" name="Google Shape;1275;p11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6" name="Google Shape;1276;p11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7" name="Google Shape;1277;p11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8" name="Google Shape;1278;p11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9" name="Google Shape;1279;p11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0" name="Google Shape;1280;p11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1" name="Google Shape;1281;p11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2" name="Google Shape;1282;p11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3" name="Google Shape;1283;p11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4" name="Google Shape;1284;p11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5" name="Google Shape;1285;p11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6" name="Google Shape;1286;p11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7" name="Google Shape;1287;p11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8" name="Google Shape;1288;p11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9" name="Google Shape;1289;p11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0" name="Google Shape;1290;p11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1" name="Google Shape;1291;p11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2" name="Google Shape;1292;p11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3" name="Google Shape;1293;p11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4" name="Google Shape;1294;p11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5" name="Google Shape;1295;p11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6" name="Google Shape;1296;p11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7" name="Google Shape;1297;p11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8" name="Google Shape;1298;p11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9" name="Google Shape;1299;p11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0" name="Google Shape;1300;p11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1" name="Google Shape;1301;p11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2" name="Google Shape;1302;p11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3" name="Google Shape;1303;p11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4" name="Google Shape;1304;p11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5" name="Google Shape;1305;p11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6" name="Google Shape;1306;p11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7" name="Google Shape;1307;p11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9" name="Google Shape;1309;p11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0" name="Google Shape;1310;p11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1" name="Google Shape;1311;p11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2" name="Google Shape;1312;p11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3" name="Google Shape;1313;p11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4" name="Google Shape;1314;p11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5" name="Google Shape;1315;p11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6" name="Google Shape;1316;p11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7" name="Google Shape;1317;p11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8" name="Google Shape;1318;p11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9" name="Google Shape;1319;p11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0" name="Google Shape;1320;p11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21" name="Google Shape;1321;p11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322" name="Google Shape;1322;p11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23" name="Google Shape;1323;p11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24" name="Google Shape;1324;p11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25" name="Google Shape;1325;p11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26" name="Google Shape;1326;p11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27" name="Google Shape;1327;p11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328" name="Google Shape;1328;p11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9" name="Google Shape;1329;p11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0" name="Google Shape;1330;p11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31" name="Google Shape;1331;p11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332" name="Google Shape;1332;p11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3" name="Google Shape;1333;p11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11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11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11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11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11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11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11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11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1342" name="Google Shape;1342;p11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43" name="Google Shape;1343;p11"/>
          <p:cNvGrpSpPr/>
          <p:nvPr/>
        </p:nvGrpSpPr>
        <p:grpSpPr>
          <a:xfrm>
            <a:off x="-256094" y="6251576"/>
            <a:ext cx="22234031" cy="490550"/>
            <a:chOff x="-9757307" y="6258187"/>
            <a:chExt cx="21948698" cy="484255"/>
          </a:xfrm>
        </p:grpSpPr>
        <p:sp>
          <p:nvSpPr>
            <p:cNvPr id="1344" name="Google Shape;1344;p11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5" name="Google Shape;1345;p11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46" name="Google Shape;1346;p11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347" name="Google Shape;1347;p11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8" name="Google Shape;1348;p11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9" name="Google Shape;1349;p11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0" name="Google Shape;1350;p11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1" name="Google Shape;1351;p11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2" name="Google Shape;1352;p11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3" name="Google Shape;1353;p11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54" name="Google Shape;1354;p11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355" name="Google Shape;1355;p11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6" name="Google Shape;1356;p11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7" name="Google Shape;1357;p11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8" name="Google Shape;1358;p11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9" name="Google Shape;1359;p11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0" name="Google Shape;1360;p11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3" name="Google Shape;1363;p11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4" name="Google Shape;1364;p11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65" name="Google Shape;1365;p11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366" name="Google Shape;1366;p11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7" name="Google Shape;1367;p11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70" name="Google Shape;1370;p11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371" name="Google Shape;1371;p11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2" name="Google Shape;1372;p11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11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11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5" name="Google Shape;1375;p11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6" name="Google Shape;1376;p11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7" name="Google Shape;1377;p11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8" name="Google Shape;1378;p11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9" name="Google Shape;1379;p11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5" name="Google Shape;1385;p11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6" name="Google Shape;1386;p11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7" name="Google Shape;1387;p11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8" name="Google Shape;1388;p11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9" name="Google Shape;1389;p11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0" name="Google Shape;1390;p11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391" name="Google Shape;1391;p11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2" name="Google Shape;1392;p11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3" name="Google Shape;1393;p11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4" name="Google Shape;1394;p11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5" name="Google Shape;1395;p11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6" name="Google Shape;1396;p11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7" name="Google Shape;1397;p11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398" name="Google Shape;1398;p11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399" name="Google Shape;1399;p11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0" name="Google Shape;1400;p11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1" name="Google Shape;1401;p11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2" name="Google Shape;1402;p11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3" name="Google Shape;1403;p11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404" name="Google Shape;1404;p11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3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11" name="Google Shape;1411;p13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2" name="Google Shape;1412;p13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413" name="Google Shape;1413;p13"/>
          <p:cNvGrpSpPr/>
          <p:nvPr/>
        </p:nvGrpSpPr>
        <p:grpSpPr>
          <a:xfrm>
            <a:off x="4751008" y="3267337"/>
            <a:ext cx="928575" cy="1111479"/>
            <a:chOff x="4819650" y="1862134"/>
            <a:chExt cx="2558414" cy="3135659"/>
          </a:xfrm>
        </p:grpSpPr>
        <p:sp>
          <p:nvSpPr>
            <p:cNvPr id="1414" name="Google Shape;1414;p13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5" name="Google Shape;1415;p13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6" name="Google Shape;1416;p13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7" name="Google Shape;1417;p13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8" name="Google Shape;1418;p13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9" name="Google Shape;1419;p13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0" name="Google Shape;1420;p13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1" name="Google Shape;1421;p13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2" name="Google Shape;1422;p13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3" name="Google Shape;1423;p13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4" name="Google Shape;1424;p13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5" name="Google Shape;1425;p13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6" name="Google Shape;1426;p13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7" name="Google Shape;1427;p13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8" name="Google Shape;1428;p13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9" name="Google Shape;1429;p13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0" name="Google Shape;1430;p13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1" name="Google Shape;1431;p13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2" name="Google Shape;1432;p13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3" name="Google Shape;1433;p13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4" name="Google Shape;1434;p13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5" name="Google Shape;1435;p13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6" name="Google Shape;1436;p13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7" name="Google Shape;1437;p13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8" name="Google Shape;1438;p13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9" name="Google Shape;1439;p13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0" name="Google Shape;1440;p13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1" name="Google Shape;1441;p13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2" name="Google Shape;1442;p13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3" name="Google Shape;1443;p13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4" name="Google Shape;1444;p13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5" name="Google Shape;1445;p13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6" name="Google Shape;1446;p13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7" name="Google Shape;1447;p13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8" name="Google Shape;1448;p13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9" name="Google Shape;1449;p13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0" name="Google Shape;1450;p13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1" name="Google Shape;1451;p13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2" name="Google Shape;1452;p13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3" name="Google Shape;1453;p13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4" name="Google Shape;1454;p13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5" name="Google Shape;1455;p13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6" name="Google Shape;1456;p13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7" name="Google Shape;1457;p13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8" name="Google Shape;1458;p13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9" name="Google Shape;1459;p13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0" name="Google Shape;1460;p13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1" name="Google Shape;1461;p13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2" name="Google Shape;1462;p13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3" name="Google Shape;1463;p13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4" name="Google Shape;1464;p13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5" name="Google Shape;1465;p13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6" name="Google Shape;1466;p13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7" name="Google Shape;1467;p13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8" name="Google Shape;1468;p13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9" name="Google Shape;1469;p13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0" name="Google Shape;1470;p13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1" name="Google Shape;1471;p13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2" name="Google Shape;1472;p13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3" name="Google Shape;1473;p13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4" name="Google Shape;1474;p13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5" name="Google Shape;1475;p13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476" name="Google Shape;1476;p13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477" name="Google Shape;1477;p13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8" name="Google Shape;1478;p13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9" name="Google Shape;1479;p13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0" name="Google Shape;1480;p13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1" name="Google Shape;1481;p13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2" name="Google Shape;1482;p13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483" name="Google Shape;1483;p13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4" name="Google Shape;1484;p13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5" name="Google Shape;1485;p13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486" name="Google Shape;1486;p13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487" name="Google Shape;1487;p13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8" name="Google Shape;1488;p13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9" name="Google Shape;1489;p13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0" name="Google Shape;1490;p13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1" name="Google Shape;1491;p13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2" name="Google Shape;1492;p13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3" name="Google Shape;1493;p13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4" name="Google Shape;1494;p13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5" name="Google Shape;1495;p13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6" name="Google Shape;1496;p13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1497" name="Google Shape;1497;p13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8" name="Google Shape;1498;p13"/>
          <p:cNvSpPr/>
          <p:nvPr/>
        </p:nvSpPr>
        <p:spPr>
          <a:xfrm>
            <a:off x="0" y="6727473"/>
            <a:ext cx="12192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Google Shape;502;p6"/>
          <p:cNvSpPr/>
          <p:nvPr userDrawn="1"/>
        </p:nvSpPr>
        <p:spPr>
          <a:xfrm>
            <a:off x="1248517" y="997225"/>
            <a:ext cx="228103" cy="61375"/>
          </a:xfrm>
          <a:custGeom>
            <a:avLst/>
            <a:gdLst/>
            <a:ahLst/>
            <a:cxnLst/>
            <a:rect l="l" t="t" r="r" b="b"/>
            <a:pathLst>
              <a:path w="520239" h="177164" extrusionOk="0">
                <a:moveTo>
                  <a:pt x="167746" y="80010"/>
                </a:moveTo>
                <a:cubicBezTo>
                  <a:pt x="158221" y="80010"/>
                  <a:pt x="146791" y="78105"/>
                  <a:pt x="134408" y="76200"/>
                </a:cubicBezTo>
                <a:cubicBezTo>
                  <a:pt x="121073" y="74295"/>
                  <a:pt x="105833" y="71438"/>
                  <a:pt x="90593" y="71438"/>
                </a:cubicBezTo>
                <a:cubicBezTo>
                  <a:pt x="86783" y="71438"/>
                  <a:pt x="82973" y="71438"/>
                  <a:pt x="79163" y="71438"/>
                </a:cubicBezTo>
                <a:cubicBezTo>
                  <a:pt x="60113" y="71438"/>
                  <a:pt x="42968" y="73342"/>
                  <a:pt x="29633" y="77152"/>
                </a:cubicBezTo>
                <a:cubicBezTo>
                  <a:pt x="10583" y="81915"/>
                  <a:pt x="-17992" y="106680"/>
                  <a:pt x="15346" y="134302"/>
                </a:cubicBezTo>
                <a:cubicBezTo>
                  <a:pt x="42968" y="161925"/>
                  <a:pt x="103928" y="177165"/>
                  <a:pt x="188701" y="177165"/>
                </a:cubicBezTo>
                <a:cubicBezTo>
                  <a:pt x="241088" y="177165"/>
                  <a:pt x="297286" y="171450"/>
                  <a:pt x="351578" y="160020"/>
                </a:cubicBezTo>
                <a:lnTo>
                  <a:pt x="357293" y="159067"/>
                </a:lnTo>
                <a:cubicBezTo>
                  <a:pt x="426826" y="144780"/>
                  <a:pt x="483023" y="122872"/>
                  <a:pt x="506836" y="101917"/>
                </a:cubicBezTo>
                <a:lnTo>
                  <a:pt x="509693" y="99060"/>
                </a:lnTo>
                <a:cubicBezTo>
                  <a:pt x="515408" y="93345"/>
                  <a:pt x="519218" y="87630"/>
                  <a:pt x="520171" y="81915"/>
                </a:cubicBezTo>
                <a:cubicBezTo>
                  <a:pt x="521123" y="72390"/>
                  <a:pt x="513503" y="48577"/>
                  <a:pt x="415396" y="23813"/>
                </a:cubicBezTo>
                <a:cubicBezTo>
                  <a:pt x="357293" y="9525"/>
                  <a:pt x="279188" y="0"/>
                  <a:pt x="211561" y="0"/>
                </a:cubicBezTo>
                <a:lnTo>
                  <a:pt x="207751" y="0"/>
                </a:lnTo>
                <a:cubicBezTo>
                  <a:pt x="146791" y="0"/>
                  <a:pt x="113453" y="6667"/>
                  <a:pt x="99166" y="15240"/>
                </a:cubicBezTo>
                <a:cubicBezTo>
                  <a:pt x="96308" y="17145"/>
                  <a:pt x="93451" y="19050"/>
                  <a:pt x="92498" y="20955"/>
                </a:cubicBezTo>
                <a:cubicBezTo>
                  <a:pt x="91546" y="22860"/>
                  <a:pt x="90593" y="26670"/>
                  <a:pt x="91546" y="30480"/>
                </a:cubicBezTo>
                <a:cubicBezTo>
                  <a:pt x="101071" y="53340"/>
                  <a:pt x="140123" y="59055"/>
                  <a:pt x="175366" y="59055"/>
                </a:cubicBezTo>
                <a:cubicBezTo>
                  <a:pt x="195368" y="60007"/>
                  <a:pt x="194416" y="68580"/>
                  <a:pt x="190606" y="72390"/>
                </a:cubicBezTo>
                <a:cubicBezTo>
                  <a:pt x="183938" y="79057"/>
                  <a:pt x="174413" y="80010"/>
                  <a:pt x="167746" y="80010"/>
                </a:cubicBezTo>
                <a:close/>
              </a:path>
            </a:pathLst>
          </a:cu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4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01" name="Google Shape;1501;p14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2" name="Google Shape;1502;p14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503" name="Google Shape;1503;p14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504" name="Google Shape;1504;p14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5" name="Google Shape;1505;p14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6" name="Google Shape;1506;p14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7" name="Google Shape;1507;p14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8" name="Google Shape;1508;p14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9" name="Google Shape;1509;p14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1" name="Google Shape;1511;p14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2" name="Google Shape;1512;p14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3" name="Google Shape;1513;p14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4" name="Google Shape;1514;p14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5" name="Google Shape;1515;p14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6" name="Google Shape;1516;p14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7" name="Google Shape;1517;p14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8" name="Google Shape;1518;p14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9" name="Google Shape;1519;p14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0" name="Google Shape;1520;p14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1" name="Google Shape;1521;p14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2" name="Google Shape;1522;p14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3" name="Google Shape;1523;p14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4" name="Google Shape;1524;p14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5" name="Google Shape;1525;p14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6" name="Google Shape;1526;p14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7" name="Google Shape;1527;p14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8" name="Google Shape;1528;p14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9" name="Google Shape;1529;p14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0" name="Google Shape;1530;p14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1" name="Google Shape;1531;p14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2" name="Google Shape;1532;p14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3" name="Google Shape;1533;p14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4" name="Google Shape;1534;p14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5" name="Google Shape;1535;p14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6" name="Google Shape;1536;p14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7" name="Google Shape;1537;p14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8" name="Google Shape;1538;p14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9" name="Google Shape;1539;p14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0" name="Google Shape;1540;p14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1" name="Google Shape;1541;p14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2" name="Google Shape;1542;p14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3" name="Google Shape;1543;p14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4" name="Google Shape;1544;p14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5" name="Google Shape;1545;p14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6" name="Google Shape;1546;p14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7" name="Google Shape;1547;p14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8" name="Google Shape;1548;p14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9" name="Google Shape;1549;p14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0" name="Google Shape;1550;p14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3" name="Google Shape;1553;p14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8" name="Google Shape;1558;p14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9" name="Google Shape;1559;p14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0" name="Google Shape;1560;p14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566" name="Google Shape;1566;p14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567" name="Google Shape;1567;p14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68" name="Google Shape;1568;p14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69" name="Google Shape;1569;p14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70" name="Google Shape;1570;p14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71" name="Google Shape;1571;p14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72" name="Google Shape;1572;p14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573" name="Google Shape;1573;p14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576" name="Google Shape;1576;p14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577" name="Google Shape;1577;p14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78" name="Google Shape;1578;p14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79" name="Google Shape;1579;p14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0" name="Google Shape;1580;p14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1" name="Google Shape;1581;p14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2" name="Google Shape;1582;p14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3" name="Google Shape;1583;p14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4" name="Google Shape;1584;p14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5" name="Google Shape;1585;p14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6" name="Google Shape;1586;p14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1587" name="Google Shape;1587;p14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6"/>
          <p:cNvSpPr txBox="1">
            <a:spLocks noGrp="1"/>
          </p:cNvSpPr>
          <p:nvPr>
            <p:ph type="body" idx="1"/>
          </p:nvPr>
        </p:nvSpPr>
        <p:spPr>
          <a:xfrm>
            <a:off x="1695450" y="1212369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689" name="Google Shape;1689;p16"/>
          <p:cNvCxnSpPr/>
          <p:nvPr/>
        </p:nvCxnSpPr>
        <p:spPr>
          <a:xfrm>
            <a:off x="1760217" y="1678783"/>
            <a:ext cx="10146600" cy="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0" name="Google Shape;1690;p16"/>
          <p:cNvSpPr txBox="1">
            <a:spLocks noGrp="1"/>
          </p:cNvSpPr>
          <p:nvPr>
            <p:ph type="body" idx="2"/>
          </p:nvPr>
        </p:nvSpPr>
        <p:spPr>
          <a:xfrm>
            <a:off x="1682750" y="757655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1" name="Google Shape;1691;p16"/>
          <p:cNvSpPr>
            <a:spLocks noGrp="1"/>
          </p:cNvSpPr>
          <p:nvPr>
            <p:ph type="pic" idx="3"/>
          </p:nvPr>
        </p:nvSpPr>
        <p:spPr>
          <a:xfrm>
            <a:off x="1760538" y="1857375"/>
            <a:ext cx="7259700" cy="3201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5_Custom Layout"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4" name="Google Shape;169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6705600"/>
            <a:ext cx="12218975" cy="1535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8"/>
          <p:cNvSpPr txBox="1">
            <a:spLocks noGrp="1"/>
          </p:cNvSpPr>
          <p:nvPr>
            <p:ph type="title"/>
          </p:nvPr>
        </p:nvSpPr>
        <p:spPr>
          <a:xfrm>
            <a:off x="1172437" y="414757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5300"/>
              <a:buFont typeface="Georgia" panose="02040502050405020303"/>
              <a:buNone/>
              <a:defRPr sz="4000" b="0">
                <a:solidFill>
                  <a:srgbClr val="A4123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cxnSp>
        <p:nvCxnSpPr>
          <p:cNvPr id="1696" name="Google Shape;1696;p18"/>
          <p:cNvCxnSpPr/>
          <p:nvPr/>
        </p:nvCxnSpPr>
        <p:spPr>
          <a:xfrm>
            <a:off x="419101" y="1257196"/>
            <a:ext cx="110493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7" name="Google Shape;1697;p18"/>
          <p:cNvPicPr preferRelativeResize="0"/>
          <p:nvPr/>
        </p:nvPicPr>
        <p:blipFill rotWithShape="1">
          <a:blip r:embed="rId3"/>
          <a:srcRect r="81454" b="8517"/>
          <a:stretch>
            <a:fillRect/>
          </a:stretch>
        </p:blipFill>
        <p:spPr>
          <a:xfrm>
            <a:off x="419101" y="414757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8" name="Google Shape;1698;p18"/>
          <p:cNvCxnSpPr/>
          <p:nvPr/>
        </p:nvCxnSpPr>
        <p:spPr>
          <a:xfrm>
            <a:off x="1126279" y="414756"/>
            <a:ext cx="0" cy="703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9" name="Google Shape;1699;p18"/>
          <p:cNvSpPr txBox="1">
            <a:spLocks noGrp="1"/>
          </p:cNvSpPr>
          <p:nvPr>
            <p:ph type="body" idx="1"/>
          </p:nvPr>
        </p:nvSpPr>
        <p:spPr>
          <a:xfrm>
            <a:off x="1172439" y="812801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24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 1">
  <p:cSld name="4_Custom Layout 1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7" name="Google Shape;1717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21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20" name="Google Shape;1720;p21"/>
          <p:cNvSpPr txBox="1">
            <a:spLocks noGrp="1"/>
          </p:cNvSpPr>
          <p:nvPr>
            <p:ph type="title"/>
          </p:nvPr>
        </p:nvSpPr>
        <p:spPr>
          <a:xfrm>
            <a:off x="1248637" y="757654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20303"/>
              <a:buNone/>
              <a:defRPr sz="4000" b="0">
                <a:solidFill>
                  <a:srgbClr val="A4123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21" name="Google Shape;1721;p21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22" name="Google Shape;1722;p21"/>
          <p:cNvPicPr preferRelativeResize="0"/>
          <p:nvPr/>
        </p:nvPicPr>
        <p:blipFill rotWithShape="1">
          <a:blip r:embed="rId4"/>
          <a:srcRect r="81454" b="8525"/>
          <a:stretch>
            <a:fillRect/>
          </a:stretch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3" name="Google Shape;1723;p21"/>
          <p:cNvCxnSpPr/>
          <p:nvPr/>
        </p:nvCxnSpPr>
        <p:spPr>
          <a:xfrm>
            <a:off x="1202479" y="757655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Custom Layout_1"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5" name="Google Shape;1725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73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9pPr>
          </a:lstStyle>
          <a:p>
            <a:endParaRPr/>
          </a:p>
        </p:txBody>
      </p:sp>
      <p:sp>
        <p:nvSpPr>
          <p:cNvPr id="1727" name="Google Shape;17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9pPr>
          </a:lstStyle>
          <a:p>
            <a:endParaRPr/>
          </a:p>
        </p:txBody>
      </p:sp>
      <p:cxnSp>
        <p:nvCxnSpPr>
          <p:cNvPr id="1729" name="Google Shape;1729;p22"/>
          <p:cNvCxnSpPr/>
          <p:nvPr/>
        </p:nvCxnSpPr>
        <p:spPr>
          <a:xfrm>
            <a:off x="2462213" y="31432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30" name="Google Shape;1730;p22"/>
          <p:cNvSpPr txBox="1">
            <a:spLocks noGrp="1"/>
          </p:cNvSpPr>
          <p:nvPr>
            <p:ph type="ctrTitle"/>
          </p:nvPr>
        </p:nvSpPr>
        <p:spPr>
          <a:xfrm>
            <a:off x="0" y="3143293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20303"/>
              <a:buNone/>
              <a:defRPr sz="4000" b="0">
                <a:solidFill>
                  <a:schemeClr val="lt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1" name="Google Shape;1731;p22"/>
          <p:cNvSpPr txBox="1">
            <a:spLocks noGrp="1"/>
          </p:cNvSpPr>
          <p:nvPr>
            <p:ph type="subTitle" idx="1"/>
          </p:nvPr>
        </p:nvSpPr>
        <p:spPr>
          <a:xfrm>
            <a:off x="0" y="3858604"/>
            <a:ext cx="12192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32" name="Google Shape;1732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87040" y="1902157"/>
            <a:ext cx="3817920" cy="858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22"/>
          <p:cNvSpPr txBox="1"/>
          <p:nvPr/>
        </p:nvSpPr>
        <p:spPr>
          <a:xfrm>
            <a:off x="0" y="6533916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 panose="020B0604020202020204"/>
              <a:buNone/>
            </a:pP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AMARAVATI | AMRITAPURI | BENGALURU |</a:t>
            </a:r>
            <a:r>
              <a:rPr lang="en-US" sz="1100" b="1" i="0" u="none" strike="noStrike" cap="none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CHENNAI</a:t>
            </a: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| COIMBATORE | FARIDABAD | KOCHI | MYSURU | NAGARCOIL</a:t>
            </a:r>
            <a:endParaRPr sz="1100" b="0" i="0" u="none" strike="noStrike" cap="none">
              <a:solidFill>
                <a:schemeClr val="accent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31900" y="276066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8_Custom Layout">
    <p:bg>
      <p:bgPr>
        <a:solidFill>
          <a:schemeClr val="bg1"/>
        </a:solidFill>
        <a:effectLst/>
      </p:bgPr>
    </p:bg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20303"/>
              <a:buNone/>
              <a:defRPr sz="4000" b="0">
                <a:solidFill>
                  <a:srgbClr val="A4123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2">
            <a:duotone>
              <a:prstClr val="black"/>
              <a:srgbClr val="A4123F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 preserve="1">
  <p:cSld name="8_Custom Layout"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5" name="Google Shape;1735;p23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1" y="6284781"/>
            <a:ext cx="12192000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23"/>
          <p:cNvPicPr preferRelativeResize="0"/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10404388" y="6389102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20303"/>
              <a:buNone/>
              <a:defRPr sz="4000" b="0">
                <a:solidFill>
                  <a:srgbClr val="A4123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4">
            <a:duotone>
              <a:prstClr val="black"/>
              <a:srgbClr val="B90F50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9.11311?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2.eecs.berkeley.edu/Pubs/TechRpts/2022/EECS-2022-62.html?" TargetMode="External"/><Relationship Id="rId5" Type="http://schemas.openxmlformats.org/officeDocument/2006/relationships/hyperlink" Target="http://incompleteideas.net/book/the-book-2nd.html?.com" TargetMode="External"/><Relationship Id="rId4" Type="http://schemas.openxmlformats.org/officeDocument/2006/relationships/hyperlink" Target="https://arxiv.org/abs/2201.04593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5" y="3191830"/>
            <a:ext cx="12192000" cy="1128048"/>
          </a:xfrm>
        </p:spPr>
        <p:txBody>
          <a:bodyPr/>
          <a:lstStyle/>
          <a:p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 of </a:t>
            </a:r>
            <a:b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Computer Science &amp; Engineering</a:t>
            </a:r>
            <a:r>
              <a:rPr lang="en-IN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(AI)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7220" y="4189559"/>
            <a:ext cx="12192000" cy="777000"/>
          </a:xfrm>
        </p:spPr>
        <p:txBody>
          <a:bodyPr/>
          <a:lstStyle/>
          <a:p>
            <a:endParaRPr lang="en-IN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Amrita School of Computing </a:t>
            </a: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Amrita Vishwa Vidyapeetham, Chennai Campus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425783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TextBox 6"/>
          <p:cNvSpPr txBox="1"/>
          <p:nvPr/>
        </p:nvSpPr>
        <p:spPr>
          <a:xfrm>
            <a:off x="6239435" y="111610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856990" y="170751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935" y="348615"/>
            <a:ext cx="4635500" cy="1358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692275"/>
            <a:ext cx="5743575" cy="135953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143510" y="4778375"/>
            <a:ext cx="6096000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  <a:sym typeface="+mn-ea"/>
              </a:rPr>
              <a:t>Student Members [BATCH ID: 02 ]</a:t>
            </a:r>
          </a:p>
          <a:p>
            <a:endParaRPr lang="en-US" altLang="en-IN" sz="1600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  <a:sym typeface="+mn-ea"/>
              </a:rPr>
              <a:t>1. N Bhargav - </a:t>
            </a:r>
            <a:r>
              <a:rPr lang="en-US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  <a:sym typeface="+mn-ea"/>
              </a:rPr>
              <a:t>CH.SC.U4CSE23037</a:t>
            </a:r>
            <a:endParaRPr lang="en-US" altLang="en-IN" sz="1600" b="1" dirty="0">
              <a:solidFill>
                <a:schemeClr val="bg1"/>
              </a:solidFill>
              <a:latin typeface="Times New Roman"/>
              <a:ea typeface="Cambria" panose="02040503050406030204"/>
              <a:cs typeface="Times New Roman"/>
            </a:endParaRPr>
          </a:p>
          <a:p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  <a:sym typeface="+mn-ea"/>
              </a:rPr>
              <a:t>2. </a:t>
            </a:r>
            <a:r>
              <a:rPr lang="en-US" altLang="en-IN" sz="1600" b="1" dirty="0" err="1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  <a:sym typeface="+mn-ea"/>
              </a:rPr>
              <a:t>Sanjjey</a:t>
            </a:r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  <a:sym typeface="+mn-ea"/>
              </a:rPr>
              <a:t> – CH.SC.U4CSE23050</a:t>
            </a:r>
            <a:endParaRPr lang="en-US" altLang="en-IN" sz="1600" b="1" dirty="0">
              <a:solidFill>
                <a:schemeClr val="bg1"/>
              </a:solidFill>
              <a:latin typeface="Times New Roman"/>
              <a:ea typeface="Cambria" panose="02040503050406030204"/>
              <a:cs typeface="Times New Roman"/>
            </a:endParaRPr>
          </a:p>
          <a:p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</a:rPr>
              <a:t>3. Vaishnavi S - </a:t>
            </a:r>
            <a:r>
              <a:rPr lang="en-US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</a:rPr>
              <a:t>CH.SC.U4CSE23059</a:t>
            </a:r>
            <a:endParaRPr lang="en-US" altLang="en-IN" sz="1600" b="1" dirty="0">
              <a:solidFill>
                <a:schemeClr val="bg1"/>
              </a:solidFill>
              <a:latin typeface="Times New Roman"/>
              <a:ea typeface="Cambria" panose="02040503050406030204"/>
              <a:cs typeface="Times New Roman"/>
            </a:endParaRPr>
          </a:p>
          <a:p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  <a:sym typeface="+mn-ea"/>
              </a:rPr>
              <a:t>4. Veena Sundari A – CH.SC.U4CSE23060</a:t>
            </a:r>
            <a:endParaRPr lang="en-US" altLang="en-IN" sz="1600" b="1" dirty="0">
              <a:solidFill>
                <a:schemeClr val="bg1"/>
              </a:solidFill>
              <a:latin typeface="Times New Roman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8611235" y="4905375"/>
            <a:ext cx="358076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en-IN" sz="1600" b="1">
                <a:solidFill>
                  <a:schemeClr val="bg1"/>
                </a:solidFill>
                <a:latin typeface="Times New Roman"/>
                <a:ea typeface="Cambria"/>
                <a:cs typeface="Times New Roman"/>
                <a:sym typeface="+mn-ea"/>
              </a:rPr>
              <a:t>Guide Details</a:t>
            </a:r>
          </a:p>
          <a:p>
            <a:endParaRPr lang="en-US" altLang="en-IN" sz="1600" b="1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  <a:p>
            <a:endParaRPr lang="en-US" altLang="en-IN" sz="1600" b="1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  <a:p>
            <a:r>
              <a:rPr lang="en-US" altLang="en-IN" sz="1600" b="1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</a:rPr>
              <a:t>Dr. R Prasanna Kumar </a:t>
            </a:r>
            <a:endParaRPr lang="en-US" altLang="en-IN" sz="1600" b="1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  <a:p>
            <a:r>
              <a:rPr lang="en-US" altLang="en-IN" sz="1600" b="1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</a:rPr>
              <a:t>Asst. Professor </a:t>
            </a:r>
            <a:endParaRPr lang="en-US" altLang="en-IN" sz="1600" b="1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  <a:p>
            <a:endParaRPr lang="en-US" altLang="en-IN" sz="1600" b="1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  <a:p>
            <a:endParaRPr lang="en-US" altLang="en-IN" sz="1600" b="1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B3C8E-AF26-8601-1418-2BCE915C6621}"/>
              </a:ext>
            </a:extLst>
          </p:cNvPr>
          <p:cNvSpPr txBox="1"/>
          <p:nvPr/>
        </p:nvSpPr>
        <p:spPr>
          <a:xfrm>
            <a:off x="339484" y="2009070"/>
            <a:ext cx="1174281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/>
                <a:cs typeface="Times New Roman"/>
              </a:rPr>
              <a:t>RL-Based Self-Adapting Virtual Keyboard for Personalized Typing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Domain &amp; Project Overview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0" y="6259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0" y="1135290"/>
            <a:ext cx="2465408" cy="5176610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spc="-35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3A741-46E2-2D39-0091-CF4592499106}"/>
              </a:ext>
            </a:extLst>
          </p:cNvPr>
          <p:cNvSpPr txBox="1"/>
          <p:nvPr/>
        </p:nvSpPr>
        <p:spPr>
          <a:xfrm>
            <a:off x="2933701" y="1305671"/>
            <a:ext cx="827024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800" b="1" dirty="0">
                <a:latin typeface="Times New Roman"/>
                <a:cs typeface="Times New Roman"/>
              </a:rPr>
              <a:t>Domain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Artificial Intelligence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Reinforcement Learning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Human-Computer Interaction (HCI)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Accessibility</a:t>
            </a:r>
          </a:p>
          <a:p>
            <a:pPr algn="just"/>
            <a:r>
              <a:rPr lang="en-US" sz="1800" b="1" dirty="0">
                <a:latin typeface="Times New Roman"/>
                <a:cs typeface="Times New Roman"/>
              </a:rPr>
              <a:t>Problem</a:t>
            </a:r>
          </a:p>
          <a:p>
            <a:pPr algn="just"/>
            <a:r>
              <a:rPr lang="en-US" sz="1600" dirty="0">
                <a:latin typeface="Times New Roman"/>
                <a:cs typeface="Times New Roman"/>
              </a:rPr>
              <a:t>Traditional virtual keyboards use a fixed layout for all users and rely mainly on autocorrect. They do not adapt to individual typing </a:t>
            </a:r>
            <a:r>
              <a:rPr lang="en-US" sz="1600" dirty="0" err="1">
                <a:latin typeface="Times New Roman"/>
                <a:cs typeface="Times New Roman"/>
              </a:rPr>
              <a:t>behaviour</a:t>
            </a:r>
            <a:r>
              <a:rPr lang="en-US" sz="1600" dirty="0">
                <a:latin typeface="Times New Roman"/>
                <a:cs typeface="Times New Roman"/>
              </a:rPr>
              <a:t>, leading to repeated typing errors and reduced typing efficiency. </a:t>
            </a:r>
          </a:p>
          <a:p>
            <a:pPr algn="just"/>
            <a:r>
              <a:rPr lang="en-US" sz="1800" b="1" dirty="0">
                <a:latin typeface="Times New Roman"/>
                <a:cs typeface="Times New Roman"/>
              </a:rPr>
              <a:t>Proposed Solution</a:t>
            </a:r>
          </a:p>
          <a:p>
            <a:pPr algn="just"/>
            <a:r>
              <a:rPr lang="en-US" sz="1600" dirty="0">
                <a:latin typeface="Times New Roman"/>
                <a:cs typeface="Times New Roman"/>
              </a:rPr>
              <a:t>Develop a Reinforcement Learning-based virtual keyboard that continuously learns a user’s typing </a:t>
            </a:r>
            <a:r>
              <a:rPr lang="en-US" sz="1600" dirty="0" err="1">
                <a:latin typeface="Times New Roman"/>
                <a:cs typeface="Times New Roman"/>
              </a:rPr>
              <a:t>behaviour</a:t>
            </a:r>
            <a:r>
              <a:rPr lang="en-US" sz="1600" dirty="0">
                <a:latin typeface="Times New Roman"/>
                <a:cs typeface="Times New Roman"/>
              </a:rPr>
              <a:t> and gradually adapts key size and key position while preserving the familiar QWERTY layout. </a:t>
            </a:r>
          </a:p>
          <a:p>
            <a:pPr algn="just"/>
            <a:r>
              <a:rPr lang="en-US" sz="1800" b="1" dirty="0">
                <a:latin typeface="Times New Roman"/>
                <a:cs typeface="Times New Roman"/>
              </a:rPr>
              <a:t>Technology Stack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Python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/>
                <a:cs typeface="Times New Roman"/>
              </a:rPr>
              <a:t>PyTorch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OpenAI Gym (Simulation 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Android Keyboard Prototype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Matplotlib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  <a:endParaRPr lang="en-IN" sz="3200" b="1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2611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535163" cy="5198382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spc="-35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2720587" y="4744494"/>
            <a:ext cx="9043649" cy="137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2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 algn="just">
              <a:buAutoNum type="arabicPeriod"/>
            </a:pPr>
            <a:endParaRPr lang="en-US" sz="1800">
              <a:solidFill>
                <a:schemeClr val="tx1"/>
              </a:solidFill>
            </a:endParaRPr>
          </a:p>
          <a:p>
            <a:pPr marL="342900" indent="-342900" algn="just">
              <a:buAutoNum type="arabicPeriod"/>
            </a:pPr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marL="342900" indent="-342900" algn="just">
              <a:buAutoNum type="arabicPeriod"/>
            </a:pP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DA801-4C05-3BB0-665C-B4A962FE1C07}"/>
              </a:ext>
            </a:extLst>
          </p:cNvPr>
          <p:cNvSpPr txBox="1"/>
          <p:nvPr/>
        </p:nvSpPr>
        <p:spPr>
          <a:xfrm>
            <a:off x="2933701" y="1217805"/>
            <a:ext cx="846328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Problem</a:t>
            </a:r>
          </a:p>
          <a:p>
            <a:pPr algn="just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smartphone keyboards use a common layout and interaction model for all users, leading to frequent adjacent-key errors and heavy dependence on autocorrect. They provide limited adaptation to individual typing habits and offer poor support for one-handed typing and users with motor impairments.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algn="just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have unique touch behaviour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consistent touch offsets, finger movement patterns, and typing postures. Research 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Gboard’s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Spatial Model Personalization shows that adapting to these user-specific patterns can improve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accuracy and speed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motivates the development of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adaptive keyboard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learns from individual typing behaviour and dynamically adjusts key prediction and interaction. Such adaptation can reduce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fat-finger errors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minimize dependence on autocorrect, and improve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one-handed and accessible typing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&amp; Proposed Solution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2611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535163" cy="5198382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spc="-35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</a:t>
            </a:r>
            <a:r>
              <a:rPr lang="en-IN" b="1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IN" b="1" spc="-35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Statement 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50373-6646-0770-88B6-224CC35DDA21}"/>
              </a:ext>
            </a:extLst>
          </p:cNvPr>
          <p:cNvSpPr txBox="1"/>
          <p:nvPr/>
        </p:nvSpPr>
        <p:spPr>
          <a:xfrm>
            <a:off x="2933701" y="1270357"/>
            <a:ext cx="8600573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virtual keyboards primarily rely on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layouts, autocorrect, and word prediction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limited adaptation to individual typing behaviour. Different touch patterns and typing habits can therefore lead to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recurring adjacent-key errors, slower typing, and excessive dependence on autocorrect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Adaptation: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Reinforcement Learning (RL) to learn the user’s individual typing and touch behaviour over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Keyboard: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 optimize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size and position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touch locations, errors, and usage patterns.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QWERTY Preservation: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the familiar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QWERTY layout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making personalized adjustments.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Unlike conventional keyboards that mainly correct errors after they occur, the system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the keyboard itself continuously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recurring errors and improve typing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5C09-E1AD-0252-5A7D-B7504105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496E0-A611-A98E-37F0-A575131B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&amp; Proposed Novelty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9C2A1F-F9A1-F5A9-295C-D014E1C1F524}"/>
              </a:ext>
            </a:extLst>
          </p:cNvPr>
          <p:cNvGrpSpPr/>
          <p:nvPr/>
        </p:nvGrpSpPr>
        <p:grpSpPr>
          <a:xfrm>
            <a:off x="-3" y="62611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3F8B77-1309-2E89-DC6C-A55B38D78DCB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523AE23C-72EA-6C1D-5F0A-550A50DA9DCD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3363B3-E1D1-1B8D-A10E-2234BC7855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1B1D529-2874-23B6-D0C8-41ECB0DCA975}"/>
              </a:ext>
            </a:extLst>
          </p:cNvPr>
          <p:cNvSpPr/>
          <p:nvPr/>
        </p:nvSpPr>
        <p:spPr>
          <a:xfrm>
            <a:off x="-2" y="1157351"/>
            <a:ext cx="2535163" cy="5198382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spc="-35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</a:t>
            </a:r>
            <a:r>
              <a:rPr lang="en-IN" b="1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IN" b="1" spc="-35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Statement 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0F359D-E185-1AA7-6D30-B1B0D7EF43D0}"/>
              </a:ext>
            </a:extLst>
          </p:cNvPr>
          <p:cNvSpPr txBox="1"/>
          <p:nvPr/>
        </p:nvSpPr>
        <p:spPr>
          <a:xfrm>
            <a:off x="2933701" y="1308569"/>
            <a:ext cx="873098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Reinforcement Learning?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User Adaptation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ML, RL can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directly from ongoing user interactions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depending entirely on a fixed training dataset.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the keyboard to adapt as the user’s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 patterns, typing speed, and habits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 over time.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Optimization Through Feedback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typing interaction provides feedback about whether the current keyboard configuration is effective.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accuracy, correction frequency, and typing speed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as signals to reward better key positions and sizes and discourage ineffective configurations.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Personalized Keyboard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users have different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 reach, touch offsets, and typing behaviour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 can learn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user-specific optimal keyboard configuration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keeping the standard QWERTY structure familiar.</a:t>
            </a:r>
          </a:p>
        </p:txBody>
      </p:sp>
    </p:spTree>
    <p:extLst>
      <p:ext uri="{BB962C8B-B14F-4D97-AF65-F5344CB8AC3E}">
        <p14:creationId xmlns:p14="http://schemas.microsoft.com/office/powerpoint/2010/main" val="4127258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Significance </a:t>
            </a:r>
            <a:endParaRPr lang="en-IN" sz="3200" b="1" spc="-35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092037"/>
            <a:ext cx="2585961" cy="5299981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b="1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831C4-B5E1-DE5C-0C8D-E5DA2B2482D1}"/>
              </a:ext>
            </a:extLst>
          </p:cNvPr>
          <p:cNvSpPr txBox="1"/>
          <p:nvPr/>
        </p:nvSpPr>
        <p:spPr>
          <a:xfrm>
            <a:off x="2933700" y="1092037"/>
            <a:ext cx="8632657" cy="5536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/>
                <a:cs typeface="Times New Roman"/>
              </a:rPr>
              <a:t>Benefits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cs typeface="Times New Roman"/>
              </a:rPr>
              <a:t>Personalized typing experience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cs typeface="Times New Roman"/>
              </a:rPr>
              <a:t>Reduced typing errors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cs typeface="Times New Roman"/>
              </a:rPr>
              <a:t>Improved typing speed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cs typeface="Times New Roman"/>
              </a:rPr>
              <a:t>Better accessibility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cs typeface="Times New Roman"/>
              </a:rPr>
              <a:t>Comfortable one-handed typing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cs typeface="Times New Roman"/>
              </a:rPr>
              <a:t>Reduced dependence on autocorrect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/>
                <a:cs typeface="Times New Roman"/>
              </a:rPr>
              <a:t>Applications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cs typeface="Times New Roman"/>
              </a:rPr>
              <a:t>Smartphones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cs typeface="Times New Roman"/>
              </a:rPr>
              <a:t>Tablets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cs typeface="Times New Roman"/>
              </a:rPr>
              <a:t>Assistive technologies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cs typeface="Times New Roman"/>
              </a:rPr>
              <a:t>Smart devices</a:t>
            </a: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F121-BC64-63DD-CAFF-6E946726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B614-B286-D692-576A-B5B5E150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Significance </a:t>
            </a:r>
            <a:endParaRPr lang="en-IN" sz="3200" b="1" spc="-35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9FB1A9-76F4-6798-843C-3D3ECA4A2C28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C0149A-B9E5-01B8-75C3-1FE905A96F3C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D904A61F-61B4-FA52-3E76-D18A3E0CD5C9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9A2BA-C472-8B00-5974-F02DD100AE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3D27425-5861-1B32-B6BA-C7CD3C29E1BA}"/>
              </a:ext>
            </a:extLst>
          </p:cNvPr>
          <p:cNvSpPr/>
          <p:nvPr/>
        </p:nvSpPr>
        <p:spPr>
          <a:xfrm>
            <a:off x="-2" y="1092037"/>
            <a:ext cx="2585961" cy="5299981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b="1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99CD8D-7D5C-714B-24FA-E42D1512A555}"/>
              </a:ext>
            </a:extLst>
          </p:cNvPr>
          <p:cNvSpPr txBox="1"/>
          <p:nvPr/>
        </p:nvSpPr>
        <p:spPr>
          <a:xfrm>
            <a:off x="2933701" y="2066127"/>
            <a:ext cx="8632657" cy="27257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/>
                <a:cs typeface="Times New Roman"/>
              </a:rPr>
              <a:t>Challenge 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/>
                <a:cs typeface="Times New Roman"/>
              </a:rPr>
              <a:t>Large layout changes may confuse users.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/>
                <a:cs typeface="Times New Roman"/>
              </a:rPr>
              <a:t>Proposed Solution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Gradual adaptation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Small key movements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Preserve QWERTY layout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Penalize excessive layout changes in the reward function</a:t>
            </a:r>
          </a:p>
        </p:txBody>
      </p:sp>
    </p:spTree>
    <p:extLst>
      <p:ext uri="{BB962C8B-B14F-4D97-AF65-F5344CB8AC3E}">
        <p14:creationId xmlns:p14="http://schemas.microsoft.com/office/powerpoint/2010/main" val="4220375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Objectives &amp; Scopes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Plan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E5E0D-C641-E299-6A9F-CAFE4220C796}"/>
              </a:ext>
            </a:extLst>
          </p:cNvPr>
          <p:cNvSpPr txBox="1"/>
          <p:nvPr/>
        </p:nvSpPr>
        <p:spPr>
          <a:xfrm>
            <a:off x="2933701" y="1157351"/>
            <a:ext cx="6104020" cy="4941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/>
                <a:cs typeface="Times New Roman"/>
              </a:rPr>
              <a:t>Objectives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Learn user typing </a:t>
            </a:r>
            <a:r>
              <a:rPr lang="en-US" sz="1600" dirty="0" err="1">
                <a:latin typeface="Times New Roman"/>
                <a:cs typeface="Times New Roman"/>
              </a:rPr>
              <a:t>behaviour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Detect recurring typing errors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Adapt key size and position’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Reduce typing error rate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Reduce backspaces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Improve typing speed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/>
                <a:cs typeface="Times New Roman"/>
              </a:rPr>
              <a:t>Scope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Android virtual keyboard prototype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English QWERTY layout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Touchscreen devices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Personalized user profiles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Incremental on-device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Proposed Methodology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200000"/>
              </a:lnSpc>
              <a:tabLst>
                <a:tab pos="495300" algn="l"/>
              </a:tabLst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69445-6071-DDD2-3846-61C583F0D002}"/>
              </a:ext>
            </a:extLst>
          </p:cNvPr>
          <p:cNvSpPr txBox="1"/>
          <p:nvPr/>
        </p:nvSpPr>
        <p:spPr>
          <a:xfrm>
            <a:off x="2933701" y="1157351"/>
            <a:ext cx="8981440" cy="744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CDFEAA-45FE-1668-4AC4-F9F5690F8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1" y="1569066"/>
            <a:ext cx="3138834" cy="47082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F6E5C-5E7C-6795-05EE-2974E34A9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7CA0E-FBB2-6A6E-7663-97845C14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Proposed Methodology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D9C6EA-0625-30D0-02BA-E599EECD38DF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C7E8EB-EAFE-8D4E-8D84-A0A5428D3FE2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CF94509F-CEDC-A052-A7AF-696FDAFA6EDB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D5DF067-AEC3-454C-09C3-0D8626A0D5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161">
            <a:extLst>
              <a:ext uri="{FF2B5EF4-FFF2-40B4-BE49-F238E27FC236}">
                <a16:creationId xmlns:a16="http://schemas.microsoft.com/office/drawing/2014/main" id="{707D878A-005E-3F12-F524-BD7DA764B4BD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200000"/>
              </a:lnSpc>
              <a:tabLst>
                <a:tab pos="495300" algn="l"/>
              </a:tabLst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5DB89-BAAB-9F43-792B-ECF0A436443E}"/>
              </a:ext>
            </a:extLst>
          </p:cNvPr>
          <p:cNvSpPr txBox="1"/>
          <p:nvPr/>
        </p:nvSpPr>
        <p:spPr>
          <a:xfrm>
            <a:off x="2933701" y="1157351"/>
            <a:ext cx="8981440" cy="744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 Components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13F00F1-4DD4-B98C-DE5D-97416CD07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800916"/>
              </p:ext>
            </p:extLst>
          </p:nvPr>
        </p:nvGraphicFramePr>
        <p:xfrm>
          <a:off x="3037415" y="1656983"/>
          <a:ext cx="8726820" cy="20962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56893">
                  <a:extLst>
                    <a:ext uri="{9D8B030D-6E8A-4147-A177-3AD203B41FA5}">
                      <a16:colId xmlns:a16="http://schemas.microsoft.com/office/drawing/2014/main" val="3345305825"/>
                    </a:ext>
                  </a:extLst>
                </a:gridCol>
                <a:gridCol w="6369927">
                  <a:extLst>
                    <a:ext uri="{9D8B030D-6E8A-4147-A177-3AD203B41FA5}">
                      <a16:colId xmlns:a16="http://schemas.microsoft.com/office/drawing/2014/main" val="3897546063"/>
                    </a:ext>
                  </a:extLst>
                </a:gridCol>
              </a:tblGrid>
              <a:tr h="247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697822"/>
                  </a:ext>
                </a:extLst>
              </a:tr>
              <a:tr h="247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keyboard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465023"/>
                  </a:ext>
                </a:extLst>
              </a:tr>
              <a:tr h="247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typing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27785"/>
                  </a:ext>
                </a:extLst>
              </a:tr>
              <a:tr h="358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Touch coordinates, pressed key, typing speed, recent error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588390"/>
                  </a:ext>
                </a:extLst>
              </a:tr>
              <a:tr h="247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resize or reposition selected keys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026523"/>
                  </a:ext>
                </a:extLst>
              </a:tr>
              <a:tr h="421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key (+), higher typing speed (+), typing errors (-), backspaces (-), excessive layout changes (-)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90665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E829B83-34CC-52F8-CF2A-63591847EEC2}"/>
              </a:ext>
            </a:extLst>
          </p:cNvPr>
          <p:cNvSpPr txBox="1"/>
          <p:nvPr/>
        </p:nvSpPr>
        <p:spPr>
          <a:xfrm>
            <a:off x="3037415" y="3753228"/>
            <a:ext cx="87268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reliable rewards during training: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will type predefined phrases (e.g., Pangrams and benchmark typing sentences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text is already known, allowing the system to identify correct and incorrect key presses.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deployment, the keyboard will continue learning from confirmed user interactions while making only gradual layout adjustments.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Algorithms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 (baseline)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Q-Network (DQN)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 ( for future comparison)</a:t>
            </a:r>
          </a:p>
        </p:txBody>
      </p:sp>
    </p:spTree>
    <p:extLst>
      <p:ext uri="{BB962C8B-B14F-4D97-AF65-F5344CB8AC3E}">
        <p14:creationId xmlns:p14="http://schemas.microsoft.com/office/powerpoint/2010/main" val="1886805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Gantt Chart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200000"/>
              </a:lnSpc>
              <a:tabLst>
                <a:tab pos="495300" algn="l"/>
              </a:tabLst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Gantt Chart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0F092-182D-072C-5E96-201BC7378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847" y="2330309"/>
            <a:ext cx="9605876" cy="21973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D8EC4-98E2-EFBD-F0E1-5C03D4FEA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A97B-278B-A73A-B109-5B4B92E5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Gantt Chart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5CD437-368B-9E04-55BD-853C0ABD1C98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FA40E8-B214-653C-8404-9726EB17810F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B96EC9AE-8861-5599-C819-D56A68A26D5F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1DE3106-E08C-D0A3-C482-FD37030DCD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D0FF5F5-9337-5DBC-8370-D708232BF1B0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200000"/>
              </a:lnSpc>
              <a:tabLst>
                <a:tab pos="495300" algn="l"/>
              </a:tabLst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370A7-7181-41CD-DF95-93B1B97F8358}"/>
              </a:ext>
            </a:extLst>
          </p:cNvPr>
          <p:cNvSpPr txBox="1"/>
          <p:nvPr/>
        </p:nvSpPr>
        <p:spPr>
          <a:xfrm>
            <a:off x="2933701" y="1919664"/>
            <a:ext cx="84213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The proposed RL-based virtual keyboard aims to create a </a:t>
            </a:r>
            <a:r>
              <a:rPr lang="en-IN" sz="1800" b="1" dirty="0"/>
              <a:t>personalized and continuously adaptive typing experience</a:t>
            </a:r>
            <a:r>
              <a:rPr lang="en-IN" sz="1800" dirty="0"/>
              <a:t> by learning each user’s touch behaviour, typing patterns, and recurring errors over time. Based on this interaction, the system gradually optimizes </a:t>
            </a:r>
            <a:r>
              <a:rPr lang="en-IN" sz="1800" b="1" dirty="0"/>
              <a:t>key size and position</a:t>
            </a:r>
            <a:r>
              <a:rPr lang="en-IN" sz="1800" dirty="0"/>
              <a:t> while preserving the familiar QWERTY layout, ensuring that adaptation does not significantly disrupt the user’s typing experience. </a:t>
            </a:r>
          </a:p>
          <a:p>
            <a:endParaRPr lang="en-IN" sz="1800" dirty="0"/>
          </a:p>
          <a:p>
            <a:r>
              <a:rPr lang="en-IN" sz="1800" dirty="0"/>
              <a:t>By using typing accuracy, speed, errors, backspaces, and excessive layout changes as feedback, the system can learn configurations that better suit the individual user. The goal is to </a:t>
            </a:r>
            <a:r>
              <a:rPr lang="en-IN" sz="1800" b="1" dirty="0"/>
              <a:t>reduce typing errors and backspaces, improve typing speed and comfort, and reduce dependence on autocorrect</a:t>
            </a:r>
            <a:r>
              <a:rPr lang="en-IN" sz="1800" dirty="0"/>
              <a:t>, while also supporting personalized and accessible typing across touchscreen devices. </a:t>
            </a:r>
          </a:p>
        </p:txBody>
      </p:sp>
    </p:spTree>
    <p:extLst>
      <p:ext uri="{BB962C8B-B14F-4D97-AF65-F5344CB8AC3E}">
        <p14:creationId xmlns:p14="http://schemas.microsoft.com/office/powerpoint/2010/main" val="1580454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5BB3F-9C85-9AE3-ADA6-AF1F0232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F102-99A7-B4E1-3C81-9C933B655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8D6A65-7175-A79D-BDC3-B518A7ED25A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9157DB-8B6B-D065-FD68-C84DE6A97C03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391F8BB3-5508-48B1-8E18-666C7A43F6AD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0CD811-89D9-C2B6-DFD0-39791C38C6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022C51C-6D16-4E64-F849-C73976A4B93D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200000"/>
              </a:lnSpc>
              <a:tabLst>
                <a:tab pos="495300" algn="l"/>
              </a:tabLst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775A0-8EF7-A1A8-847B-F79600E749EA}"/>
              </a:ext>
            </a:extLst>
          </p:cNvPr>
          <p:cNvSpPr txBox="1"/>
          <p:nvPr/>
        </p:nvSpPr>
        <p:spPr>
          <a:xfrm>
            <a:off x="2933701" y="1690231"/>
            <a:ext cx="8571836" cy="22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Sivek, G., &amp; Riley, M. (2022).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Model Personalization in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Gboard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ACM on Human-Computer Interaction. </a:t>
            </a:r>
            <a:r>
              <a:rPr lang="en-IN" dirty="0">
                <a:hlinkClick r:id="rId3"/>
              </a:rPr>
              <a:t>[2209.11311] Spatial model personalization in </a:t>
            </a:r>
            <a:r>
              <a:rPr lang="en-IN" dirty="0" err="1">
                <a:hlinkClick r:id="rId3"/>
              </a:rPr>
              <a:t>Gboard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Mitchell, C. L., et al. (2022).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Ability-Based Methods for Personalized Keyboard Generation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Technologies and Interaction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hlinkClick r:id="rId4"/>
              </a:rPr>
              <a:t>[2201.04593] Ability-Based Methods for Personalized Keyboard Generation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Sutton, R. S., &amp; Barto, A. G.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Learning: An Introduction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Edition). </a:t>
            </a:r>
            <a:r>
              <a:rPr lang="en-IN" dirty="0">
                <a:hlinkClick r:id="rId5"/>
              </a:rPr>
              <a:t>Sutton &amp; Barto Book: Reinforcement Learning: An 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Gao, J. (2022).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 Reinforcement Learning for Adaptive Assistive Interfaces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University of California, Berkeley.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https://www2.eecs.berkeley.edu/Pubs/TechRpts/2022/EECS-2022-62.html?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048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pc="13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0576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487B4"/>
      </a:accent1>
      <a:accent2>
        <a:srgbClr val="F0466E"/>
      </a:accent2>
      <a:accent3>
        <a:srgbClr val="B90F50"/>
      </a:accent3>
      <a:accent4>
        <a:srgbClr val="FFD264"/>
      </a:accent4>
      <a:accent5>
        <a:srgbClr val="0A3C4B"/>
      </a:accent5>
      <a:accent6>
        <a:srgbClr val="0AD7A0"/>
      </a:accent6>
      <a:hlink>
        <a:srgbClr val="FFC000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1312</Words>
  <Application>Microsoft Office PowerPoint</Application>
  <PresentationFormat>Widescreen</PresentationFormat>
  <Paragraphs>286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Cambria</vt:lpstr>
      <vt:lpstr>Georgia</vt:lpstr>
      <vt:lpstr>Times New Roman</vt:lpstr>
      <vt:lpstr>Office Theme</vt:lpstr>
      <vt:lpstr>Custom Design</vt:lpstr>
      <vt:lpstr>Department  of  Computer Science &amp; Engineering (AI) </vt:lpstr>
      <vt:lpstr>Domain &amp; Project Overview</vt:lpstr>
      <vt:lpstr>Problem Identification</vt:lpstr>
      <vt:lpstr>Problem Statement &amp; Proposed Solution</vt:lpstr>
      <vt:lpstr>Problem Statement &amp; Proposed Novelty</vt:lpstr>
      <vt:lpstr>Significance </vt:lpstr>
      <vt:lpstr>Significance </vt:lpstr>
      <vt:lpstr>Objectives &amp; Scopes</vt:lpstr>
      <vt:lpstr>Proposed Methodology</vt:lpstr>
      <vt:lpstr>Proposed Methodology</vt:lpstr>
      <vt:lpstr>Gantt Chart</vt:lpstr>
      <vt:lpstr>Gantt Chart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Birac Research Project</dc:creator>
  <cp:lastModifiedBy>Sanjjey Arumugam</cp:lastModifiedBy>
  <cp:revision>78</cp:revision>
  <cp:lastPrinted>2026-01-19T04:09:00Z</cp:lastPrinted>
  <dcterms:created xsi:type="dcterms:W3CDTF">2026-01-19T04:09:00Z</dcterms:created>
  <dcterms:modified xsi:type="dcterms:W3CDTF">2026-09-02T09:00:45Z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7B93CCE2B59E7AF4D8AB6D691BDA5D7F_42</vt:lpwstr>
  </property>
  <property fmtid="{D5CDD505-2E9C-101B-9397-08002B2CF9AE}" pid="3" name="KSOProductBuildVer">
    <vt:lpwstr>1033-12.1.0.26880</vt:lpwstr>
  </property>
</Properties>
</file>